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notes placeholder. Replace with an oral opening that frames the paper and the talk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human-in-the-loop checkpoint before building the editable PPT.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Carry the explanation orally. Do not paste dense paper paragraphs onto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page for a method overview. Keep details for speaker notes or following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the evidence proves and what it does not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contribution, limitation, and one live discussion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058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 Title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Goes Here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E8F7"/>
                </a:solidFill>
              </a:rPr>
              <a:t>组会文献分享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434840" y="914400"/>
            <a:ext cx="70408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26060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6575"/>
                </a:solidFill>
              </a:rPr>
              <a:t>Main figure / framework screenshot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26280" y="5486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One-sentence thesis of the deck goes here.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0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PPT方案确认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064240" y="301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9D4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575"/>
                </a:solidFill>
              </a:rPr>
              <a:t>Paper Reading | Group Meeting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先确认方案，再生成 PPT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1546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65960"/>
            <a:ext cx="73152" cy="22860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221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文献理解矩阵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2679192"/>
            <a:ext cx="27432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Problem / Gap / Method / Evidence / Limitations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1965960"/>
            <a:ext cx="31546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965960"/>
            <a:ext cx="73152" cy="22860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221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F95"/>
                </a:solidFill>
              </a:rPr>
              <a:t>图表映射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81728" y="2679192"/>
            <a:ext cx="27432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Figure, Table, and Equation jobs mapped to slide purposes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1965960"/>
            <a:ext cx="31546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965960"/>
            <a:ext cx="73152" cy="2286000"/>
          </a:xfrm>
          <a:prstGeom prst="rect">
            <a:avLst/>
          </a:prstGeom>
          <a:solidFill>
            <a:srgbClr val="C28B2C"/>
          </a:solidFill>
          <a:ln w="12700">
            <a:solidFill>
              <a:srgbClr val="C28B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6488" y="2221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8B2C"/>
                </a:solidFill>
              </a:rPr>
              <a:t>逐页规格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76488" y="2679192"/>
            <a:ext cx="27432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Slide title, layout, visual source, bullets, and speaker notes plan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6575"/>
                </a:solidFill>
              </a:rPr>
              <a:t>User confirms or edits this plan before final deck generation.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0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064240" y="301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9D4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575"/>
                </a:solidFill>
              </a:rPr>
              <a:t>Paper Reading | Group Meeting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Claim-like slide title goes here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8404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Short background bullet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Why prior work is insufficient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What the audience should notice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32120" y="1554480"/>
            <a:ext cx="2011680" cy="256032"/>
          </a:xfrm>
          <a:prstGeom prst="roundRect">
            <a:avLst>
              <a:gd name="adj" fmla="val 14286"/>
            </a:avLst>
          </a:prstGeom>
          <a:solidFill>
            <a:srgbClr val="DCE7F3"/>
          </a:solidFill>
          <a:ln w="12700">
            <a:solidFill>
              <a:srgbClr val="DCE7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05272" y="160934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003366"/>
                </a:solidFill>
              </a:rPr>
              <a:t>Source: Fig. X / Table 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440680" y="1965960"/>
            <a:ext cx="59436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3337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6575"/>
                </a:solidFill>
              </a:rPr>
              <a:t>Original PDF screenshot region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0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064240" y="301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9D4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575"/>
                </a:solidFill>
              </a:rPr>
              <a:t>Paper Reading | Group Meeting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Method overview: input -&gt; mechanism -&gt; output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67335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575"/>
                </a:solidFill>
              </a:rPr>
              <a:t>One short sentence explaining the method role.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29260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423160"/>
            <a:ext cx="29260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423160"/>
            <a:ext cx="29260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852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Input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852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F95"/>
                </a:solidFill>
              </a:rPr>
              <a:t>Mechanism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0" y="2852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8B2C"/>
                </a:solidFill>
              </a:rPr>
              <a:t>Output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28529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575"/>
                </a:solidFill>
              </a:rPr>
              <a:t>-&gt;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26680" y="28529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6575"/>
                </a:solidFill>
              </a:rPr>
              <a:t>-&gt;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0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064240" y="301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9D4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575"/>
                </a:solidFill>
              </a:rPr>
              <a:t>Paper Reading | Group Meeting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Evidence slide title states the conclusion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DCE7F3"/>
          </a:solidFill>
          <a:ln w="12700">
            <a:solidFill>
              <a:srgbClr val="DCE7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4650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003366"/>
                </a:solidFill>
              </a:rPr>
              <a:t>Source: Table / Figure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649224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4747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6575"/>
                </a:solidFill>
              </a:rPr>
              <a:t>Result table or chart screenshot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26680" y="2103120"/>
            <a:ext cx="35661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26680" y="2103120"/>
            <a:ext cx="73152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7848" y="23591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Takeaway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27848" y="2816352"/>
            <a:ext cx="3154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State the evidence conclusion, not just metric names.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26680" y="3429000"/>
            <a:ext cx="35661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3429000"/>
            <a:ext cx="73152" cy="1005840"/>
          </a:xfrm>
          <a:prstGeom prst="rect">
            <a:avLst/>
          </a:prstGeom>
          <a:solidFill>
            <a:srgbClr val="B34545"/>
          </a:solidFill>
          <a:ln w="12700">
            <a:solidFill>
              <a:srgbClr val="B3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7848" y="36850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545"/>
                </a:solidFill>
              </a:rPr>
              <a:t>Caveat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27848" y="4142232"/>
            <a:ext cx="3154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Mention evaluation limits or hidden assumptions.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0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研究结论与展望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064240" y="3017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9D4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575"/>
                </a:solidFill>
              </a:rPr>
              <a:t>Paper Reading | Group Meeting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Contributions and discussion questions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324612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57400"/>
            <a:ext cx="73152" cy="24688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3134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Contribution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2770632"/>
            <a:ext cx="28346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What capability, benchmark, or idea the paper adds.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2057400"/>
            <a:ext cx="324612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2057400"/>
            <a:ext cx="73152" cy="246888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3134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F95"/>
                </a:solidFill>
              </a:rPr>
              <a:t>Contribution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81728" y="2770632"/>
            <a:ext cx="28346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Why the method matters beyond the paper setting.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2057400"/>
            <a:ext cx="324612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2057400"/>
            <a:ext cx="73152" cy="2468880"/>
          </a:xfrm>
          <a:prstGeom prst="rect">
            <a:avLst/>
          </a:prstGeom>
          <a:solidFill>
            <a:srgbClr val="C28B2C"/>
          </a:solidFill>
          <a:ln w="12700">
            <a:solidFill>
              <a:srgbClr val="C28B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3134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8B2C"/>
                </a:solidFill>
              </a:rPr>
              <a:t>Discussion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85048" y="2770632"/>
            <a:ext cx="28346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Limitations and advisor questions for group meeting.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pdf2ppt_skill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Group Meeting Template</dc:title>
  <dc:subject>Sanitized academic paper group meeting PPT template</dc:subject>
  <dc:creator>pdf2ppt_skill</dc:creator>
  <cp:lastModifiedBy>pdf2ppt_skill</cp:lastModifiedBy>
  <cp:revision>1</cp:revision>
  <dcterms:created xsi:type="dcterms:W3CDTF">2026-04-29T07:11:38Z</dcterms:created>
  <dcterms:modified xsi:type="dcterms:W3CDTF">2026-04-29T07:11:38Z</dcterms:modified>
</cp:coreProperties>
</file>